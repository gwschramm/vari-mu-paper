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52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C30CC-3132-41DD-C5B5-E0DFA2FF5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FDEB2-C1EA-F56C-5E6C-04C7C562D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84B3B-6E82-8DD2-D957-8A69BD27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7935-AA50-4C6B-BBDA-2B90FA0B9FA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4C479-CF09-27FB-B56B-7EF07ADB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1924-29E5-6C9F-77A6-609348970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C127-FF11-4755-9633-A9BCAD4C8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6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46948-702E-4949-7E67-33E32CAA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20C09-A24C-0A4E-D394-7437DFECD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CEA-8809-10AA-EC0D-622F153A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7935-AA50-4C6B-BBDA-2B90FA0B9FA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009FF-48AA-72EA-FF88-B8D1DF90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FF912-DA3B-9AA6-E0D7-AB3180C2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C127-FF11-4755-9633-A9BCAD4C8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56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9915-E340-4C95-2662-5E020E563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F9CAA-C9D2-C705-7CEA-EB42181E6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5EC1B-60C0-175D-5645-454885A53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7935-AA50-4C6B-BBDA-2B90FA0B9FA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9C052-F350-C41B-8495-CD040996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6186F-F532-78BD-DAED-1F0A209EA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C127-FF11-4755-9633-A9BCAD4C8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8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6936-6821-7D23-CE6F-561A0F1F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4E1F-B52B-25E5-39C4-F2102CF275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F36A1-C77F-9FC0-8DE7-0A25C5B62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39577-14B5-B74A-2EAA-2FA1E968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7935-AA50-4C6B-BBDA-2B90FA0B9FA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7C1F5-F787-09A5-8EDB-CA458BAC0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F72C9-A0B2-E1F5-DC1E-26CB192A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C127-FF11-4755-9633-A9BCAD4C8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2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8ED5-358B-FE51-0FA3-BF9A1E89D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60D71-72AE-397A-AB48-3D9D224B2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AB25B-6F15-3DAB-1CF1-B250E62E7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89C662-0A6C-8E2F-E831-F3FD7C648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2B5998-934F-4CA0-AD30-0039AB304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6F606-747C-D9E8-07B2-2E1AB41C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7935-AA50-4C6B-BBDA-2B90FA0B9FA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4D295-CFEA-9DF1-BB9A-7F7E2AC99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D9CCC0-A0B3-F211-084A-9D849D20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C127-FF11-4755-9633-A9BCAD4C8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3AAF-D64D-060F-CD1C-BAEC9CFC9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CE8DC-761C-B310-2840-D22AE2E5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7935-AA50-4C6B-BBDA-2B90FA0B9FA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4B4F1-6045-F95D-0F36-78C305ED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DD254-7591-B213-7FAB-95F0FA37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C127-FF11-4755-9633-A9BCAD4C8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8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4F360F-DD14-5779-A5F9-B764A0551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7935-AA50-4C6B-BBDA-2B90FA0B9FA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A245E5-7B53-B852-E5C3-81759A4D2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FC995-16AB-661D-3BCF-CC816581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C127-FF11-4755-9633-A9BCAD4C8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55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8871-9B6C-9093-CA47-88E48BB9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BC271-8D44-FE8A-B56B-679CE2EC0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8071C-375C-5CFD-C8A0-E3EF10BC1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517B7-7AF5-4D0D-88B2-0068EBF67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7935-AA50-4C6B-BBDA-2B90FA0B9FA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45BF8-488C-2574-CC98-13B6A8697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A66EA-C1AF-CA81-48D3-6F9EDCB3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C127-FF11-4755-9633-A9BCAD4C8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9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A391-EB2E-5AF7-4CAC-37CFFE227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B00C2-5860-8C02-F766-D33A153F9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FA46B-8618-2A2C-038B-81AF97941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FF2FD-BEB8-76A7-0043-D304B9CA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7935-AA50-4C6B-BBDA-2B90FA0B9FA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DA9FC-D560-AD0C-A86F-D82A2DD3A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02665-9C13-F9B8-6CD1-8BA268CD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C127-FF11-4755-9633-A9BCAD4C8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93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D9A0-5B33-F9B0-0531-DD1D22649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B209A-A4FC-127B-1AD0-5C8DFEAD3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72BF9-BD31-9419-76E0-966444C6A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7935-AA50-4C6B-BBDA-2B90FA0B9FA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8887C-69BF-3122-C9FB-889272776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897CE-638A-2553-FEE0-1E8607A8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C127-FF11-4755-9633-A9BCAD4C8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12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2A2187-0251-6EC2-877E-07AB687B32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BC7B6-A916-DE79-D0BA-C4F984765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0B4D5-C740-3153-1F75-4E932253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7935-AA50-4C6B-BBDA-2B90FA0B9FA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CD624-367B-AA31-70F0-7CA99A4C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40873-605D-8A80-BAF3-4DDD6934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C127-FF11-4755-9633-A9BCAD4C8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9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E5D316-907D-CF3D-17AF-A2E13FDF1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0093C-8CB6-C40F-750D-5CF46EBE9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66C82-8E14-7D22-FFF5-B2FA50EDE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257935-AA50-4C6B-BBDA-2B90FA0B9FA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B6F4E-886D-7242-CBEC-609F8E4E8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EFB0E-BCC9-F3F1-63F0-D353D205F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4C127-FF11-4755-9633-A9BCAD4C8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B2E0-1B1C-C4AD-8150-8B28A469F7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Manley Variable Mu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E4351-CB39-9E9D-40BE-B87AA28643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Great for mastering, but not by itself</a:t>
            </a:r>
          </a:p>
        </p:txBody>
      </p:sp>
    </p:spTree>
    <p:extLst>
      <p:ext uri="{BB962C8B-B14F-4D97-AF65-F5344CB8AC3E}">
        <p14:creationId xmlns:p14="http://schemas.microsoft.com/office/powerpoint/2010/main" val="1753063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57225-BBAB-735C-A77B-8D538BBD2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Vari-Mu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22813-8D9D-6ABF-0A7C-FCFCA8487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461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The Manley Variable Mu</vt:lpstr>
      <vt:lpstr>Vari-Mu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Schramm</dc:creator>
  <cp:lastModifiedBy>Whitney Schramm</cp:lastModifiedBy>
  <cp:revision>1</cp:revision>
  <dcterms:created xsi:type="dcterms:W3CDTF">2026-02-26T18:52:20Z</dcterms:created>
  <dcterms:modified xsi:type="dcterms:W3CDTF">2026-02-26T19:46:47Z</dcterms:modified>
</cp:coreProperties>
</file>